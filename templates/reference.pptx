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2" autoAdjust="0"/>
    <p:restoredTop sz="94720" autoAdjust="0"/>
  </p:normalViewPr>
  <p:slideViewPr>
    <p:cSldViewPr snapToGrid="0" snapToObjects="1">
      <p:cViewPr varScale="1">
        <p:scale>
          <a:sx n="185" d="100"/>
          <a:sy n="185" d="100"/>
        </p:scale>
        <p:origin x="328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this slide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88653E0-C679-7C40-9B1B-A3BFFD8878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005" y="408723"/>
            <a:ext cx="1231001" cy="1237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909FBA-ACB8-214D-BFFD-0FA034D20B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007" y="309269"/>
            <a:ext cx="1463587" cy="14361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FC5D91-3A52-6C47-A934-DCD971F7AFF5}"/>
              </a:ext>
            </a:extLst>
          </p:cNvPr>
          <p:cNvSpPr txBox="1"/>
          <p:nvPr userDrawn="1"/>
        </p:nvSpPr>
        <p:spPr>
          <a:xfrm>
            <a:off x="1761006" y="408723"/>
            <a:ext cx="5648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Sharif College of Engineering and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65950C-EE00-0349-8819-FCE5A7D52045}"/>
              </a:ext>
            </a:extLst>
          </p:cNvPr>
          <p:cNvSpPr txBox="1"/>
          <p:nvPr userDrawn="1"/>
        </p:nvSpPr>
        <p:spPr>
          <a:xfrm>
            <a:off x="1056039" y="1357280"/>
            <a:ext cx="705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EE61C9-BD38-ED42-B493-0161A3F97A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68531227"/>
              </p:ext>
            </p:extLst>
          </p:nvPr>
        </p:nvGraphicFramePr>
        <p:xfrm>
          <a:off x="1537403" y="2971732"/>
          <a:ext cx="609600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6026059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25663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Roll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51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2022-UET-SHCET-LHR-CS-02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Amna</a:t>
                      </a:r>
                      <a:r>
                        <a:rPr lang="en-US"/>
                        <a:t> Ikram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61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2022-UET-SHCET-LHR-CS-12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Zain </a:t>
                      </a:r>
                      <a:r>
                        <a:rPr lang="en-US" err="1"/>
                        <a:t>Ul</a:t>
                      </a:r>
                      <a:r>
                        <a:rPr lang="en-US"/>
                        <a:t> Hassan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003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2022-UET-SHCET-LHR-CS-13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Ezza</a:t>
                      </a:r>
                      <a:r>
                        <a:rPr lang="en-US" dirty="0"/>
                        <a:t> Ansar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06713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FB79AC2-6DD8-DA4B-B454-2C6E1CD87563}"/>
              </a:ext>
            </a:extLst>
          </p:cNvPr>
          <p:cNvSpPr txBox="1"/>
          <p:nvPr userDrawn="1"/>
        </p:nvSpPr>
        <p:spPr>
          <a:xfrm>
            <a:off x="1537403" y="4546005"/>
            <a:ext cx="2642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Supervisor: </a:t>
            </a:r>
            <a:r>
              <a:rPr lang="en-US" sz="1400" dirty="0"/>
              <a:t>Ms. </a:t>
            </a:r>
            <a:r>
              <a:rPr lang="en-US" sz="1400" dirty="0" err="1"/>
              <a:t>Hirra</a:t>
            </a:r>
            <a:r>
              <a:rPr lang="en-US" sz="1400" dirty="0"/>
              <a:t> Mustafa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D3BD5-0EB1-9A4E-A483-43BA53E3A3DA}"/>
              </a:ext>
            </a:extLst>
          </p:cNvPr>
          <p:cNvSpPr txBox="1"/>
          <p:nvPr userDrawn="1"/>
        </p:nvSpPr>
        <p:spPr>
          <a:xfrm>
            <a:off x="4813656" y="4546005"/>
            <a:ext cx="2819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/>
              <a:t>Co-supervisor: </a:t>
            </a:r>
            <a:r>
              <a:rPr lang="en-US" sz="1400" dirty="0"/>
              <a:t>Dr. Mazhar Iqbal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9EC6C1-966E-7443-88D2-A4A4A4011549}"/>
              </a:ext>
            </a:extLst>
          </p:cNvPr>
          <p:cNvSpPr/>
          <p:nvPr userDrawn="1"/>
        </p:nvSpPr>
        <p:spPr>
          <a:xfrm>
            <a:off x="1518920" y="1943626"/>
            <a:ext cx="61061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3600"/>
              </a:spcAft>
            </a:pPr>
            <a:r>
              <a:rPr lang="en-US" sz="2400" b="1" kern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AI-Powered HR Screening and Document Retrieval System Using RAG</a:t>
            </a:r>
          </a:p>
        </p:txBody>
      </p:sp>
    </p:spTree>
    <p:extLst>
      <p:ext uri="{BB962C8B-B14F-4D97-AF65-F5344CB8AC3E}">
        <p14:creationId xmlns:p14="http://schemas.microsoft.com/office/powerpoint/2010/main" val="4143378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7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37131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3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0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1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7198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8351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6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2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4977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436346" y="1341340"/>
            <a:ext cx="6270922" cy="157367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the left.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{A4114FC8-8243-0C4E-A4C9-52C0D20216B8}tf10001072</Template>
  <TotalTime>44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Franklin Gothic Book</vt:lpstr>
      <vt:lpstr>Times New Roman</vt:lpstr>
      <vt:lpstr>Crop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Microsoft Office User</cp:lastModifiedBy>
  <cp:revision>15</cp:revision>
  <dcterms:created xsi:type="dcterms:W3CDTF">2017-06-05T14:10:58Z</dcterms:created>
  <dcterms:modified xsi:type="dcterms:W3CDTF">2026-01-04T19:02:13Z</dcterms:modified>
</cp:coreProperties>
</file>